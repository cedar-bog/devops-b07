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600d3743b42f3" /><Relationship Type="http://schemas.openxmlformats.org/officeDocument/2006/relationships/extended-properties" Target="/docProps/app.xml" Id="Rc1d25a58f7df4013" /><Relationship Type="http://schemas.openxmlformats.org/officeDocument/2006/relationships/officeDocument" Target="/ppt/presentation.xml" Id="R497295e3992747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3fb1ba45e848ef"/>
  </p:sldMasterIdLst>
  <p:notesMasterIdLst>
    <p:notesMasterId xmlns:r="http://schemas.openxmlformats.org/officeDocument/2006/relationships" r:id="R15b17c8a5cc041c9"/>
  </p:notesMasterIdLst>
  <p:sldIdLst>
    <p:sldId xmlns:r="http://schemas.openxmlformats.org/officeDocument/2006/relationships" id="256" r:id="R455c6b51771b4a54"/>
    <p:sldId xmlns:r="http://schemas.openxmlformats.org/officeDocument/2006/relationships" id="257" r:id="R29903f35cefd4a72"/>
    <p:sldId xmlns:r="http://schemas.openxmlformats.org/officeDocument/2006/relationships" id="258" r:id="R06d9ecfca8c64370"/>
    <p:sldId xmlns:r="http://schemas.openxmlformats.org/officeDocument/2006/relationships" id="259" r:id="Re4b1b235ea3c4713"/>
    <p:sldId xmlns:r="http://schemas.openxmlformats.org/officeDocument/2006/relationships" id="260" r:id="Rca7d8ffff143479a"/>
    <p:sldId xmlns:r="http://schemas.openxmlformats.org/officeDocument/2006/relationships" id="261" r:id="Rafd6c86fe3b54d0f"/>
    <p:sldId xmlns:r="http://schemas.openxmlformats.org/officeDocument/2006/relationships" id="262" r:id="Rfebca64aba6a4e50"/>
    <p:sldId xmlns:r="http://schemas.openxmlformats.org/officeDocument/2006/relationships" id="263" r:id="R915c53e9d9b34f46"/>
    <p:sldId xmlns:r="http://schemas.openxmlformats.org/officeDocument/2006/relationships" id="264" r:id="R6df48c0adbeb4cb1"/>
    <p:sldId xmlns:r="http://schemas.openxmlformats.org/officeDocument/2006/relationships" id="265" r:id="R36bff7e32e90487c"/>
    <p:sldId xmlns:r="http://schemas.openxmlformats.org/officeDocument/2006/relationships" id="266" r:id="R9140ca4af91749c6"/>
    <p:sldId xmlns:r="http://schemas.openxmlformats.org/officeDocument/2006/relationships" id="267" r:id="R1b132be68de744da"/>
    <p:sldId xmlns:r="http://schemas.openxmlformats.org/officeDocument/2006/relationships" id="268" r:id="R0300b500ca4442e7"/>
    <p:sldId xmlns:r="http://schemas.openxmlformats.org/officeDocument/2006/relationships" id="269" r:id="Rcee76e45cd1d4da8"/>
    <p:sldId xmlns:r="http://schemas.openxmlformats.org/officeDocument/2006/relationships" id="270" r:id="R726121e7d4ca49ce"/>
    <p:sldId xmlns:r="http://schemas.openxmlformats.org/officeDocument/2006/relationships" id="271" r:id="R3d6e0bbd1568438a"/>
    <p:sldId xmlns:r="http://schemas.openxmlformats.org/officeDocument/2006/relationships" id="272" r:id="Rc5a71b4ebda941e5"/>
    <p:sldId xmlns:r="http://schemas.openxmlformats.org/officeDocument/2006/relationships" id="273" r:id="R9c379b45eead4da6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8fbb1ace5e4c91" /><Relationship Type="http://schemas.openxmlformats.org/officeDocument/2006/relationships/slideMaster" Target="/ppt/slideMasters/slideMaster1.xml" Id="Rc13fb1ba45e848ef" /><Relationship Type="http://schemas.openxmlformats.org/officeDocument/2006/relationships/notesMaster" Target="/ppt/notesMasters/notesMaster1.xml" Id="R15b17c8a5cc041c9" /><Relationship Type="http://schemas.openxmlformats.org/officeDocument/2006/relationships/presProps" Target="/ppt/presProps.xml" Id="Rfd6001b1b626436b" /><Relationship Type="http://schemas.openxmlformats.org/officeDocument/2006/relationships/viewProps" Target="/ppt/viewProps.xml" Id="R4ebc75094ad74fa4" /><Relationship Type="http://schemas.openxmlformats.org/officeDocument/2006/relationships/tableStyles" Target="/ppt/tableStyles.xml" Id="R025650f8bd734282" /><Relationship Type="http://schemas.openxmlformats.org/officeDocument/2006/relationships/slide" Target="/ppt/slides/slide1.xml" Id="R455c6b51771b4a54" /><Relationship Type="http://schemas.openxmlformats.org/officeDocument/2006/relationships/slide" Target="/ppt/slides/slide2.xml" Id="R29903f35cefd4a72" /><Relationship Type="http://schemas.openxmlformats.org/officeDocument/2006/relationships/slide" Target="/ppt/slides/slide3.xml" Id="R06d9ecfca8c64370" /><Relationship Type="http://schemas.openxmlformats.org/officeDocument/2006/relationships/slide" Target="/ppt/slides/slide4.xml" Id="Re4b1b235ea3c4713" /><Relationship Type="http://schemas.openxmlformats.org/officeDocument/2006/relationships/slide" Target="/ppt/slides/slide5.xml" Id="Rca7d8ffff143479a" /><Relationship Type="http://schemas.openxmlformats.org/officeDocument/2006/relationships/slide" Target="/ppt/slides/slide6.xml" Id="Rafd6c86fe3b54d0f" /><Relationship Type="http://schemas.openxmlformats.org/officeDocument/2006/relationships/slide" Target="/ppt/slides/slide7.xml" Id="Rfebca64aba6a4e50" /><Relationship Type="http://schemas.openxmlformats.org/officeDocument/2006/relationships/slide" Target="/ppt/slides/slide8.xml" Id="R915c53e9d9b34f46" /><Relationship Type="http://schemas.openxmlformats.org/officeDocument/2006/relationships/slide" Target="/ppt/slides/slide9.xml" Id="R6df48c0adbeb4cb1" /><Relationship Type="http://schemas.openxmlformats.org/officeDocument/2006/relationships/slide" Target="/ppt/slides/slide10.xml" Id="R36bff7e32e90487c" /><Relationship Type="http://schemas.openxmlformats.org/officeDocument/2006/relationships/slide" Target="/ppt/slides/slide11.xml" Id="R9140ca4af91749c6" /><Relationship Type="http://schemas.openxmlformats.org/officeDocument/2006/relationships/slide" Target="/ppt/slides/slide12.xml" Id="R1b132be68de744da" /><Relationship Type="http://schemas.openxmlformats.org/officeDocument/2006/relationships/slide" Target="/ppt/slides/slide13.xml" Id="R0300b500ca4442e7" /><Relationship Type="http://schemas.openxmlformats.org/officeDocument/2006/relationships/slide" Target="/ppt/slides/slide14.xml" Id="Rcee76e45cd1d4da8" /><Relationship Type="http://schemas.openxmlformats.org/officeDocument/2006/relationships/slide" Target="/ppt/slides/slide15.xml" Id="R726121e7d4ca49ce" /><Relationship Type="http://schemas.openxmlformats.org/officeDocument/2006/relationships/slide" Target="/ppt/slides/slide16.xml" Id="R3d6e0bbd1568438a" /><Relationship Type="http://schemas.openxmlformats.org/officeDocument/2006/relationships/slide" Target="/ppt/slides/slide17.xml" Id="Rc5a71b4ebda941e5" /><Relationship Type="http://schemas.openxmlformats.org/officeDocument/2006/relationships/slide" Target="/ppt/slides/slide18.xml" Id="R9c379b45eead4d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d74b7c80848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f4c640c474bd9" /><Relationship Type="http://schemas.openxmlformats.org/officeDocument/2006/relationships/notesMaster" Target="/ppt/notesMasters/notesMaster1.xml" Id="R33e9b4166044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bbf73861cb4276" /><Relationship Type="http://schemas.openxmlformats.org/officeDocument/2006/relationships/notesMaster" Target="/ppt/notesMasters/notesMaster1.xml" Id="Rb18a0e56900c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59d9e4bc34385" /><Relationship Type="http://schemas.openxmlformats.org/officeDocument/2006/relationships/notesMaster" Target="/ppt/notesMasters/notesMaster1.xml" Id="Ra05943f1393f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cd7fbe5ae4dd5" /><Relationship Type="http://schemas.openxmlformats.org/officeDocument/2006/relationships/notesMaster" Target="/ppt/notesMasters/notesMaster1.xml" Id="R09115a8e8f2a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df5ef33064d7d" /><Relationship Type="http://schemas.openxmlformats.org/officeDocument/2006/relationships/notesMaster" Target="/ppt/notesMasters/notesMaster1.xml" Id="R385c9d579e3e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cd0b4cae724f4a" /><Relationship Type="http://schemas.openxmlformats.org/officeDocument/2006/relationships/notesMaster" Target="/ppt/notesMasters/notesMaster1.xml" Id="R17fe06838b8344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f316294f64376" /><Relationship Type="http://schemas.openxmlformats.org/officeDocument/2006/relationships/notesMaster" Target="/ppt/notesMasters/notesMaster1.xml" Id="R815009f36c274f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a4238e46934e62" /><Relationship Type="http://schemas.openxmlformats.org/officeDocument/2006/relationships/notesMaster" Target="/ppt/notesMasters/notesMaster1.xml" Id="R3800c7e6a6da42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84816e1774d81" /><Relationship Type="http://schemas.openxmlformats.org/officeDocument/2006/relationships/notesMaster" Target="/ppt/notesMasters/notesMaster1.xml" Id="R58dcb66fd23d45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f2b6d78b2b4d80" /><Relationship Type="http://schemas.openxmlformats.org/officeDocument/2006/relationships/notesMaster" Target="/ppt/notesMasters/notesMaster1.xml" Id="Rc504babb15af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f59ffebe394ea9" /><Relationship Type="http://schemas.openxmlformats.org/officeDocument/2006/relationships/notesMaster" Target="/ppt/notesMasters/notesMaster1.xml" Id="R3f65071fc2614d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68c03094dc4dc0" /><Relationship Type="http://schemas.openxmlformats.org/officeDocument/2006/relationships/notesMaster" Target="/ppt/notesMasters/notesMaster1.xml" Id="Rb86bb3fee1b145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55be0a87a54bd5" /><Relationship Type="http://schemas.openxmlformats.org/officeDocument/2006/relationships/notesMaster" Target="/ppt/notesMasters/notesMaster1.xml" Id="Rb8ee74f3c07140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37887920774ecf" /><Relationship Type="http://schemas.openxmlformats.org/officeDocument/2006/relationships/notesMaster" Target="/ppt/notesMasters/notesMaster1.xml" Id="R7f54463990aa4d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e6046be71d448d" /><Relationship Type="http://schemas.openxmlformats.org/officeDocument/2006/relationships/notesMaster" Target="/ppt/notesMasters/notesMaster1.xml" Id="R3f9c43f8012a4a0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c2a3b3601b4994" /><Relationship Type="http://schemas.openxmlformats.org/officeDocument/2006/relationships/notesMaster" Target="/ppt/notesMasters/notesMaster1.xml" Id="R4c9784106d2040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708f264134418d" /><Relationship Type="http://schemas.openxmlformats.org/officeDocument/2006/relationships/notesMaster" Target="/ppt/notesMasters/notesMaster1.xml" Id="Rfd619731e10b47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cad2e986174718" /><Relationship Type="http://schemas.openxmlformats.org/officeDocument/2006/relationships/notesMaster" Target="/ppt/notesMasters/notesMaster1.xml" Id="R92f62ae2c6ee41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E5 已经把一次执行的过程和证据整理清楚，E6 接着把这些步骤交给程序完成。A 轨道实现自动依赖检测，B 轨道实现候选构建和运行验证。今天沿着输入、处理过程和输出报告来阅读代码，再在本组云服务器运行，看看每个报告字段是怎样产生的。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轨道要让程序自动建立两张依赖图，比较后输出 MD 和 RD，再对修复副本进行复检。B 轨道从 E5 保存的模型候选出发，自动完成初始构建、候选构建和程序验证。两边都要保存结构化报告和原始日志。这样我们既能看到结论，也能回到具体执行过程，检查结论怎样得到。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 E5 的材料和 E6 的输出对应起来。A 轨道继续使用 md-rd 样例，把系统调用和 Make 数据库转换成两张图及检测报告。B 轨道读取初始 Dockerfile 和模型候选，保存两轮构建及运行结果。统一入口是 lab_cloud.py，指定新的 work 目录后，一次运行所需的副本、日志和报告就会放在一起。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阅读代码时，可以先按这四个目录找位置。services 放实现和测试，fixtures 放样例，scripts 提供入口和校验，work 保存每次结果。A 的核心在 fullcheck.py，B 的核心在 autobuild.py。如果服务镜像还没有构建，先执行下方命令，预期 A 有 15 项测试通过，B 有 24 项。修改实现或测试后，也用这条入口重新构建。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的全量检测按这六步执行。先复制样例并清理产物，再跟踪 make 的构建过程，同时保存数据库。接下来程序处理进程归属，把同一任务里的读取和写出归到一起，生成实际图。声明图则来自 Make 数据库。最后按目标比较两个集合，把 MD、RD 和对应证据写进报告。下面先看最关键的进程与文件归属。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参考：services/buildchecker/buildchecker/fullcheck.py。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看左侧这棵进程关系，编译 main.o 的 cc 会派生 cc1 和 as。cc1 读取源码和头文件，as 写出目标文件，它们共同属于一次编译任务。链接 app 是另一个任务，其中 ld 读取 main.o 并写出 app。程序合并同一任务内成功的读写，再过滤系统和临时文件，就能建立项目文件之间的实际依赖关系。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两张图建立后，可以直接按目标比较。main.o 实际依赖 main.c 和 config.h，声明依赖 main.c 和 unused.h，集合差正好得到一条 MISSING 和一条 REDUNDANT。app 两边都只有 main.o，所以没有差异。接下来这些结论会进入 findings.json，同时附上读取记录或 Make 声明的位置，供我们检查。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参考：evidence/E6-A/e6-a-EzbJzl/actual-graph.json、declared-graph.json。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打开报告后，先看顶层状态和 trace_id，再看每一条 finding。这里 type 表示缺失依赖，target 是 main.o，dependency 是 config.h。下面的 evidence 进一步给出 trace 文件、行号、进程号和操作类型。沿着 t.15 第 579 行就能回到实际读取记录，所以报告里的结论可以逐项核对，而不需要只看最终标签。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参考：evidence/E6-A/e6-a-EzbJzl/findings.json。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现在在 A 仓库运行原始检测。这三行可以整块复制，结束后先看退出码，再看 findings.json。预期检测状态为 SUCCEEDED，构建退出码为 0，同时报告出现精确的两条依赖错误。入口启用了 fail-on-findings，因此整条检测命令返回 1。也就是说，构建和分析已经完成，退出码在提醒我们样例中存在依赖问题。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接着用 fixed 选项在工作副本中修复声明。原来的 unused.h 改成 config.h，其他输入保持相同。执行复检后，预期 findings 变为空，退出码回到 0。最后运行校验脚本，同时检查修复前后的错误集合和输入哈希。只有 Makefile 变化，才能把这次结果变化对应到刚才修改的依赖声明。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参考：E6-A/e6-a-EzbJzl/findings.json 与 E6-A/e6-a-fixed-PBxkzx/result/findings.json。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 B 的自动构建流程。模型候选已经作为文件准备好，程序先检查它是否保留必需指令。通过后执行初始构建，确认出现缺少 make 的目标错误，再构建候选。第二轮成功后保存镜像 ID，并用这个 ID 启动程序，检查输出和退出码。整个过程最后汇总到 result.json，便于和每一步日志对照。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参考：services/draft/draft/autobuild.py。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候选进入构建前，先经过 prepare_candidate 检查。这里要求固定 FROM 摘要，并保留 WORKDIR、COPY、RUN make 和 CMD 的内容及顺序，修复通过新增 RUN 指令安装依赖。包内候选安装的是 build-essential。运行时，candidate 选项读取自己保存的候选，replay 选项读取包内候选，两条路线都进入后面相同的构建验证流程。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参考：prepare_candidate() 与 fixtures/ci-candidates/DeepSeek-E5.Dockerfile。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两轮记录要分开查看。iter-01 保存固定 FROM 的初始 Dockerfile，预期构建返回 1，并归类为 MISSING_MAKE。只有确认达到这个目标错误，程序才继续 iter-02，使用保存的候选构建。第二轮返回 0 后，记录镜像 ID，再进入运行验证。如果候选构建失败，流程就停在这里，原始错误保留在这一轮日志中。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参考：evidence/E6-B/e6-b-jeqqW5/result.json 及 iter-01、iter-02。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第二轮成功后，接下来确认运行的就是刚构建出的镜像。报告中的完整 image_id 会直接作为运行参数，验证容器关闭网络，并限制资源。左侧结果显示运行退出码为 0，实际输出是 hello E3，末尾带一个换行。程序去掉末尾换行后比较输出，得到 output_matches 为 true，这几个条件一起满足才结束验证。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参考：evidence/E6-B/e6-b-jeqqW5/result.json 与 verify.log。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现在在 B 仓库执行上方命令，输入是 E5 保存的 Dockerfile。完成后先看入口退出码，再用校验脚本核对 evidence 目录。也可以选择下方的包内候选回放，两种方式分别使用新的输出目录。预期报告状态为 SUCCEEDED，第一轮是 MISSING_MAKE，第二轮构建成功，并且按生成的镜像 ID 运行后输出 hello E3。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当前服务测试数量是 A 的 15 项和 B 的 24 项。A 主要检查进程归属、路径过滤和依赖集合，B 检查候选约束、错误分类、构建流程和输出判定。阅读时可以挑一个测试，对照它的输入、预期和对应实现。随后补充至少一项测试，重新构建镜像，再运行门禁，让修改后的代码实际进入验证过程。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当堂任务分为运行、解释和补充测试。先完成本轨道的 E6，再从报告中选择一个字段，回到源码说明它怎样产生。然后增加一项输入和预期都明确的测试，重建并运行。提交时保留自己的修改、输入副本、JSON 和原始日志，B 轨道再附候选回复与来源。报告按实际执行顺序写清命令和结果路径。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最后按这两组条件验收。A 要精确输出 config.h 的 MD 和 unused.h 的 RD，修复后错误清空，并确认只有 Makefile 哈希变化。B 要保留初始缺少 make 的失败、候选构建成功和同一镜像的正确运行。达到这些条件后，E6 的核心流程就完整了。E7 将继续加入重复运行和故障场景，并把这些判定接入 CI。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baa50d5e64432" /><Relationship Type="http://schemas.openxmlformats.org/officeDocument/2006/relationships/image" Target="/ppt/media/image.png" Id="R1a231a14c53d40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969bbcc824f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eee89f40241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03e4bb7b04513" /></Relationships>
</file>

<file path=ppt/slideLayouts/slideLayout1.xml><?xml version="1.0" encoding="utf-8"?>
<p:sldLayout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>
            <a:extLst xmlns:a="http://schemas.openxmlformats.org/drawingml/2006/main">
              <a:ext uri="{FF2B5EF4-FFF2-40B4-BE49-F238E27FC236}">
                <a16:creationId xmlns:a16="http://schemas.microsoft.com/office/drawing/2014/main" id="{A53A03A8-B7B2-410C-8453-AF4CF5781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231a14c53d4005"/>
          <a:srcRect xmlns:a="http://schemas.openxmlformats.org/drawingml/2006/main" l="0" t="0" r="390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8605" y="-464820"/>
            <a:ext cx="2005965" cy="2175510"/>
          </a:xfrm>
          <a:prstGeom xmlns:a="http://schemas.openxmlformats.org/drawingml/2006/main" prst="rect">
            <a:avLst/>
          </a:prstGeom>
        </p:spPr>
      </p:pic>
    </p:spTree>
  </p:cSld>
  <p:hf hdr="0" ftr="0"/>
</p:sldLayout>
</file>

<file path=ppt/slideLayouts/slideLayout2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6518134-E838-4316-9127-2488D41B61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25401F4-7190-4D7D-9164-3A26096B16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CD839A-2EA5-4A3B-9430-E818593A46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461A401-E51A-4EB0-8F00-C445C31932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1E2E3A7-2132-4F7B-8065-5CBE790A9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187BCF9-E266-4D55-A76C-771BA0DBD7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5E3B533-6FE1-4758-B4B0-2C8202A438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E5783A0-7DF4-4352-804B-E624C1E505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C03DB2-2BB2-4B11-A4B4-ECB52A57F92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198800" y="2484000"/>
            <a:ext cx="9799200" cy="1018800"/>
          </a:xfrm>
        </p:spPr>
        <p:txBody>
          <a:bodyPr xmlns:a="http://schemas.openxmlformats.org/drawingml/2006/main" vert="horz" lIns="90000" tIns="46800" rIns="90000" bIns="46800" anchor="t">
            <a:normAutofit/>
          </a:bodyPr>
          <a:lstStyle xmlns:a="http://schemas.openxmlformats.org/drawingml/2006/main"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1618557C-0380-4A50-AF05-AFBBA9B397BD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800" y="3560400"/>
            <a:ext cx="9799200" cy="471600"/>
          </a:xfrm>
        </p:spPr>
        <p:txBody>
          <a:bodyPr xmlns:a="http://schemas.openxmlformats.org/drawingml/2006/main" lIns="90000" tIns="46800" rIns="90000" bIns="46800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fb52a835342e3" /><Relationship Type="http://schemas.openxmlformats.org/officeDocument/2006/relationships/slideLayout" Target="/ppt/slideLayouts/slideLayout1.xml" Id="Ra4c7ac5bd57d42b5" /><Relationship Type="http://schemas.openxmlformats.org/officeDocument/2006/relationships/slideLayout" Target="/ppt/slideLayouts/slideLayout2.xml" Id="R164794b086ef4bae" /><Relationship Type="http://schemas.openxmlformats.org/officeDocument/2006/relationships/slideLayout" Target="/ppt/slideLayouts/slideLayout3.xml" Id="R8ab9dea357714d60" /><Relationship Type="http://schemas.openxmlformats.org/officeDocument/2006/relationships/slideLayout" Target="/ppt/slideLayouts/slideLayout4.xml" Id="R261e9aba16e14a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C3FCB38-6BB1-4D15-A3A7-529247C3A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9E444C8-1C54-4A99-B77B-72CE107E4E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0910ED-142A-46D8-8498-6A45190CCD4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333382B-E73B-4956-9D96-371BD10CFF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95544D-4328-45A9-AD5D-672BA88FC1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7ac5bd57d42b5"/>
    <p:sldLayoutId xmlns:r="http://schemas.openxmlformats.org/officeDocument/2006/relationships" id="2147483650" r:id="R164794b086ef4bae"/>
    <p:sldLayoutId xmlns:r="http://schemas.openxmlformats.org/officeDocument/2006/relationships" id="2147483651" r:id="R8ab9dea357714d60"/>
    <p:sldLayoutId xmlns:r="http://schemas.openxmlformats.org/officeDocument/2006/relationships" id="2147483652" r:id="R261e9aba16e14a0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eab1485fe4a21" /><Relationship Type="http://schemas.openxmlformats.org/officeDocument/2006/relationships/image" Target="/ppt/media/image2.png" Id="R2a6750c5a5be4299" /><Relationship Type="http://schemas.openxmlformats.org/officeDocument/2006/relationships/image" Target="/ppt/media/image3.png" Id="R7101184f99094f59" /><Relationship Type="http://schemas.openxmlformats.org/officeDocument/2006/relationships/image" Target="/ppt/media/image4.png" Id="R0d30b32a1a0e4bcf" /><Relationship Type="http://schemas.openxmlformats.org/officeDocument/2006/relationships/image" Target="/ppt/media/image5.png" Id="R73c1e16757194179" /><Relationship Type="http://schemas.openxmlformats.org/officeDocument/2006/relationships/image" Target="/ppt/media/image6.png" Id="R03c66b67fe4a405f" /><Relationship Type="http://schemas.openxmlformats.org/officeDocument/2006/relationships/notesSlide" Target="/ppt/notesSlides/notesSlide1.xml" Id="R2d03a33cf8bb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0132613cd40f3" /><Relationship Type="http://schemas.openxmlformats.org/officeDocument/2006/relationships/notesSlide" Target="/ppt/notesSlides/notesSlide2.xml" Id="R414851a41c1746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3038163334077" /><Relationship Type="http://schemas.openxmlformats.org/officeDocument/2006/relationships/notesSlide" Target="/ppt/notesSlides/notesSlide3.xml" Id="R958334ad7ad4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fe3366fb4236" /><Relationship Type="http://schemas.openxmlformats.org/officeDocument/2006/relationships/notesSlide" Target="/ppt/notesSlides/notesSlide4.xml" Id="Rbe3f602e908244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7343f9e94f95" /><Relationship Type="http://schemas.openxmlformats.org/officeDocument/2006/relationships/notesSlide" Target="/ppt/notesSlides/notesSlide5.xml" Id="Rcde784c7378d41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3fec5ead5480e" /><Relationship Type="http://schemas.openxmlformats.org/officeDocument/2006/relationships/notesSlide" Target="/ppt/notesSlides/notesSlide6.xml" Id="Rce714baa03804b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48df510e04730" /><Relationship Type="http://schemas.openxmlformats.org/officeDocument/2006/relationships/notesSlide" Target="/ppt/notesSlides/notesSlide7.xml" Id="R89197ba198dd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66392e57d479e" /><Relationship Type="http://schemas.openxmlformats.org/officeDocument/2006/relationships/notesSlide" Target="/ppt/notesSlides/notesSlide8.xml" Id="Rab8eef7454fd40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3eccf902943f3" /><Relationship Type="http://schemas.openxmlformats.org/officeDocument/2006/relationships/notesSlide" Target="/ppt/notesSlides/notesSlide9.xml" Id="Raab62dba20ee47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5799bdc9249d3" /><Relationship Type="http://schemas.openxmlformats.org/officeDocument/2006/relationships/notesSlide" Target="/ppt/notesSlides/notesSlide10.xml" Id="Rb427c8a494dc4b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cf1755064fb4" /><Relationship Type="http://schemas.openxmlformats.org/officeDocument/2006/relationships/notesSlide" Target="/ppt/notesSlides/notesSlide11.xml" Id="R4e06fc98d12a4c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4bbc440a04449" /><Relationship Type="http://schemas.openxmlformats.org/officeDocument/2006/relationships/notesSlide" Target="/ppt/notesSlides/notesSlide12.xml" Id="R128ab9d5615c42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cd81e2704804" /><Relationship Type="http://schemas.openxmlformats.org/officeDocument/2006/relationships/notesSlide" Target="/ppt/notesSlides/notesSlide13.xml" Id="Ra788e164e4154c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6fc61b7d74f20" /><Relationship Type="http://schemas.openxmlformats.org/officeDocument/2006/relationships/notesSlide" Target="/ppt/notesSlides/notesSlide14.xml" Id="Rdb9fc220e4474c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eaacc87844235" /><Relationship Type="http://schemas.openxmlformats.org/officeDocument/2006/relationships/notesSlide" Target="/ppt/notesSlides/notesSlide15.xml" Id="R94e693e1cd6b4e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07ad3d73a4682" /><Relationship Type="http://schemas.openxmlformats.org/officeDocument/2006/relationships/notesSlide" Target="/ppt/notesSlides/notesSlide16.xml" Id="Rea1c3f9b7c2e4b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76da126f249a2" /><Relationship Type="http://schemas.openxmlformats.org/officeDocument/2006/relationships/notesSlide" Target="/ppt/notesSlides/notesSlide17.xml" Id="R0fe5be37580244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e2dc162e472d" /><Relationship Type="http://schemas.openxmlformats.org/officeDocument/2006/relationships/notesSlide" Target="/ppt/notesSlides/notesSlide18.xml" Id="Rfc6bf066633943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图片 13">
            <a:extLst xmlns:a="http://schemas.openxmlformats.org/drawingml/2006/main">
              <a:ext uri="{FF2B5EF4-FFF2-40B4-BE49-F238E27FC236}">
                <a16:creationId xmlns:a16="http://schemas.microsoft.com/office/drawing/2014/main" id="{2C3A7891-01BD-4138-989D-FF1F2CC042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750c5a5be4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92615" y="-1282700"/>
            <a:ext cx="4442460" cy="4099560"/>
          </a:xfrm>
          <a:prstGeom xmlns:a="http://schemas.openxmlformats.org/drawingml/2006/main" prst="rect">
            <a:avLst/>
          </a:prstGeom>
        </p:spPr>
      </p:pic>
      <p:pic>
        <p:nvPicPr>
          <p:cNvPr id="30" name="图片 14">
            <a:extLst xmlns:a="http://schemas.openxmlformats.org/drawingml/2006/main">
              <a:ext uri="{FF2B5EF4-FFF2-40B4-BE49-F238E27FC236}">
                <a16:creationId xmlns:a16="http://schemas.microsoft.com/office/drawing/2014/main" id="{45F9E4DC-9050-496B-A5F2-02EF0C4D8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1184f9909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951230" y="3771900"/>
            <a:ext cx="3503930" cy="3232785"/>
          </a:xfrm>
          <a:prstGeom xmlns:a="http://schemas.openxmlformats.org/drawingml/2006/main" prst="rect">
            <a:avLst/>
          </a:prstGeom>
        </p:spPr>
      </p:pic>
      <p:pic>
        <p:nvPicPr>
          <p:cNvPr id="31" name="图片 4">
            <a:extLst xmlns:a="http://schemas.openxmlformats.org/drawingml/2006/main">
              <a:ext uri="{FF2B5EF4-FFF2-40B4-BE49-F238E27FC236}">
                <a16:creationId xmlns:a16="http://schemas.microsoft.com/office/drawing/2014/main" id="{EFE57C2F-0216-44A8-83F8-4EC2781C2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0b32a1a0e4b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97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2" name="图片 5">
            <a:extLst xmlns:a="http://schemas.openxmlformats.org/drawingml/2006/main">
              <a:ext uri="{FF2B5EF4-FFF2-40B4-BE49-F238E27FC236}">
                <a16:creationId xmlns:a16="http://schemas.microsoft.com/office/drawing/2014/main" id="{AF3C7C8C-5A9F-4309-A8E6-A152148C0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0b32a1a0e4b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907530" y="5332730"/>
            <a:ext cx="4865370" cy="1885950"/>
          </a:xfrm>
          <a:prstGeom xmlns:a="http://schemas.openxmlformats.org/drawingml/2006/main" prst="rect">
            <a:avLst/>
          </a:prstGeom>
        </p:spPr>
      </p:pic>
      <p:pic>
        <p:nvPicPr>
          <p:cNvPr id="33" name="图片 20">
            <a:extLst xmlns:a="http://schemas.openxmlformats.org/drawingml/2006/main">
              <a:ext uri="{FF2B5EF4-FFF2-40B4-BE49-F238E27FC236}">
                <a16:creationId xmlns:a16="http://schemas.microsoft.com/office/drawing/2014/main" id="{1728BCC5-69B8-4CD1-9639-1723ABDE74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1e1675719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88560"/>
            <a:ext cx="12233910" cy="1869440"/>
          </a:xfrm>
          <a:prstGeom xmlns:a="http://schemas.openxmlformats.org/drawingml/2006/main" prst="rect">
            <a:avLst/>
          </a:prstGeom>
        </p:spPr>
      </p:pic>
      <p:pic>
        <p:nvPicPr>
          <p:cNvPr id="34" name="图片 3">
            <a:extLst xmlns:a="http://schemas.openxmlformats.org/drawingml/2006/main">
              <a:ext uri="{FF2B5EF4-FFF2-40B4-BE49-F238E27FC236}">
                <a16:creationId xmlns:a16="http://schemas.microsoft.com/office/drawing/2014/main" id="{931C8C54-40A4-4016-95FE-DA5974AF4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c66b67fe4a405f"/>
          <a:srcRect xmlns:a="http://schemas.openxmlformats.org/drawingml/2006/main" l="16598" t="0" r="41371" b="32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2455" y="-988999"/>
            <a:ext cx="2341396" cy="2408268"/>
          </a:xfrm>
          <a:prstGeom xmlns:a="http://schemas.openxmlformats.org/drawingml/2006/main" prst="rect">
            <a:avLst/>
          </a:prstGeom>
        </p:spPr>
      </p:pic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2C464F-7FBC-4023-984F-9244A93E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9525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E6 论文1 MVP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7CA0805-E928-4690-A5A6-C7B3418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5143500" cy="1294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2026-10-20</a:t>
            </a:r>
            <a:endParaRPr>
              <a:solidFill>
                <a:srgbClr val="B88F4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942737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实验任务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将 E5 的操作整理为 CLI，在本组云服务器运行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2</a:t>
            </a:r>
          </a:p>
        </p:txBody>
      </p:sp>
      <p:sp>
        <p:nvSpPr>
          <p:cNvPr id="6" name="A：自动检测依赖">
            <a:extLst xmlns:a="http://schemas.openxmlformats.org/drawingml/2006/main">
              <a:ext uri="{FF2B5EF4-FFF2-40B4-BE49-F238E27FC236}">
                <a16:creationId xmlns:a16="http://schemas.microsoft.com/office/drawing/2014/main" id="{62F0204A-8480-4FFD-89D9-49D6FE35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A：自动检测依赖</a:t>
            </a:r>
          </a:p>
        </p:txBody>
      </p:sp>
      <p:sp>
        <p:nvSpPr>
          <p:cNvPr id="7" name="跟踪 clean build，建立实际图与声明图&#10;按目标比较依赖集合，">
            <a:extLst xmlns:a="http://schemas.openxmlformats.org/drawingml/2006/main">
              <a:ext uri="{FF2B5EF4-FFF2-40B4-BE49-F238E27FC236}">
                <a16:creationId xmlns:a16="http://schemas.microsoft.com/office/drawing/2014/main" id="{C3BF441B-B5FF-4A52-8C77-91AA0744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4775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跟踪 clean build，建立实际图与声明图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按目标比较依赖集合，输出 MD/RD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修改工作副本的 Makefile 后自动复检</a:t>
            </a:r>
          </a:p>
        </p:txBody>
      </p:sp>
      <p:sp>
        <p:nvSpPr>
          <p:cNvPr id="8" name="B：候选构建与运行验证">
            <a:extLst xmlns:a="http://schemas.openxmlformats.org/drawingml/2006/main">
              <a:ext uri="{FF2B5EF4-FFF2-40B4-BE49-F238E27FC236}">
                <a16:creationId xmlns:a16="http://schemas.microsoft.com/office/drawing/2014/main" id="{2066499B-D3D7-4784-B5EF-8B61091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B：候选构建与运行验证</a:t>
            </a:r>
          </a:p>
        </p:txBody>
      </p:sp>
      <p:sp>
        <p:nvSpPr>
          <p:cNvPr id="9" name="读取 E5 保存的模型候选&#10;执行初始构建、候选构建和程序验证&#10;保存结构">
            <a:extLst xmlns:a="http://schemas.openxmlformats.org/drawingml/2006/main">
              <a:ext uri="{FF2B5EF4-FFF2-40B4-BE49-F238E27FC236}">
                <a16:creationId xmlns:a16="http://schemas.microsoft.com/office/drawing/2014/main" id="{711705A7-F7D8-4491-8B85-AF7B89F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10477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读取 E5 保存的模型候选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执行初始构建、候选构建和程序验证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保存结构化报告、镜像 ID 和原始日志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 的输入与 E6 的输出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输入副本、运行报告和原始日志共同组成一次结果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5309D-47FE-4021-BBD5-54BB0B696C72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000500"/>
                <a:gridCol w="5734050"/>
              </a:tblGrid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E5 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E6 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md-rd 样例、Makefile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系统调用与 Make 数据库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actual-graph.json、declared-graph.json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findings.json、trace/、processes.json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缺少 make 的 Dockerfile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模型候选与候选来源记录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两轮构建记录、result.json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image_id、verify.log 与退出码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CLI 统一从 scripts/lab_cloud.py 进入，结果写">
            <a:extLst xmlns:a="http://schemas.openxmlformats.org/drawingml/2006/main">
              <a:ext uri="{FF2B5EF4-FFF2-40B4-BE49-F238E27FC236}">
                <a16:creationId xmlns:a16="http://schemas.microsoft.com/office/drawing/2014/main" id="{85E616FA-9792-4DE9-89B6-138C2EBC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CLI 统一从 scripts/lab_cloud.py 进入，结果写入指定的 work/ 新目录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代码与入口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执行目录：本组云服务器的 A 或 B 仓库根目录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4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760263EC-A3FB-4269-901D-D02A3DB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143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services/    服务实现与单元测试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fixtures/    md-rd 或 draft 实验输入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scripts/     lab_cloud.py 与结果校验脚本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work/        每次执行的副本、报告和日志</a:t>
            </a:r>
          </a:p>
        </p:txBody>
      </p:sp>
      <p:sp>
        <p:nvSpPr>
          <p:cNvPr id="7" name="A 核心源码">
            <a:extLst xmlns:a="http://schemas.openxmlformats.org/drawingml/2006/main">
              <a:ext uri="{FF2B5EF4-FFF2-40B4-BE49-F238E27FC236}">
                <a16:creationId xmlns:a16="http://schemas.microsoft.com/office/drawing/2014/main" id="{A1D17D6E-4346-422C-89DB-5B46C76E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 核心源码</a:t>
            </a:r>
          </a:p>
        </p:txBody>
      </p:sp>
      <p:sp>
        <p:nvSpPr>
          <p:cNvPr id="8" name="services/buildchecker/buildchecker/">
            <a:extLst xmlns:a="http://schemas.openxmlformats.org/drawingml/2006/main">
              <a:ext uri="{FF2B5EF4-FFF2-40B4-BE49-F238E27FC236}">
                <a16:creationId xmlns:a16="http://schemas.microsoft.com/office/drawing/2014/main" id="{EF5D758D-B96A-4BE9-86F5-9BB1B9AC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623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services/buildchecker/buildchecker/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fullcheck.py</a:t>
            </a:r>
          </a:p>
        </p:txBody>
      </p:sp>
      <p:sp>
        <p:nvSpPr>
          <p:cNvPr id="9" name="B 核心源码">
            <a:extLst xmlns:a="http://schemas.openxmlformats.org/drawingml/2006/main">
              <a:ext uri="{FF2B5EF4-FFF2-40B4-BE49-F238E27FC236}">
                <a16:creationId xmlns:a16="http://schemas.microsoft.com/office/drawing/2014/main" id="{B1C18410-32E9-4FDD-AA75-E1A2879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 核心源码</a:t>
            </a:r>
          </a:p>
        </p:txBody>
      </p:sp>
      <p:sp>
        <p:nvSpPr>
          <p:cNvPr id="10" name="services/draft/draft/autobuild.py">
            <a:extLst xmlns:a="http://schemas.openxmlformats.org/drawingml/2006/main">
              <a:ext uri="{FF2B5EF4-FFF2-40B4-BE49-F238E27FC236}">
                <a16:creationId xmlns:a16="http://schemas.microsoft.com/office/drawing/2014/main" id="{B5B0ABB6-7698-4168-9A63-0ED7BAC4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services/draft/draft/autobuild.py</a:t>
            </a:r>
          </a:p>
        </p:txBody>
      </p:sp>
      <p:sp>
        <p:nvSpPr>
          <p:cNvPr id="11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063941CE-06AF-4B50-B688-8BF84934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build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--out work/build-01 --build-timeout 1200</a:t>
            </a:r>
          </a:p>
        </p:txBody>
      </p:sp>
      <p:sp>
        <p:nvSpPr>
          <p:cNvPr id="12" name="服务镜像尚未构建时先执行上方命令。预期 A：15 passed，B：2">
            <a:extLst xmlns:a="http://schemas.openxmlformats.org/drawingml/2006/main">
              <a:ext uri="{FF2B5EF4-FFF2-40B4-BE49-F238E27FC236}">
                <a16:creationId xmlns:a16="http://schemas.microsoft.com/office/drawing/2014/main" id="{355F1B5A-9574-4423-96E4-3BC98F0F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服务镜像尚未构建时先执行上方命令。预期 A：15 passed，B：24 passed，exit=0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A：全量检测流程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fullcheck.py 将一次 clean build 转换为可核对的依赖报告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5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6FBFB5A3-85EF-4139-8E67-E5698B62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复制样例并执行 make clean">
            <a:extLst xmlns:a="http://schemas.openxmlformats.org/drawingml/2006/main">
              <a:ext uri="{FF2B5EF4-FFF2-40B4-BE49-F238E27FC236}">
                <a16:creationId xmlns:a16="http://schemas.microsoft.com/office/drawing/2014/main" id="{4465D97F-A48D-4B81-89EB-16FC9105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241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复制样例并执行 make clean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7D8C6CD4-CBDB-42FB-B0E0-2D40C9BE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strace 跟踪 make -p app，保存系统调用与数据库">
            <a:extLst xmlns:a="http://schemas.openxmlformats.org/drawingml/2006/main">
              <a:ext uri="{FF2B5EF4-FFF2-40B4-BE49-F238E27FC236}">
                <a16:creationId xmlns:a16="http://schemas.microsoft.com/office/drawing/2014/main" id="{AAF9CB6F-4E9F-445D-8090-471C7DD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67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strace 跟踪 make -p app，保存系统调用与数据库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F8B852F1-5050-45A1-9D7F-4393C801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建立父子进程关系，合并同一构建任务的子进程">
            <a:extLst xmlns:a="http://schemas.openxmlformats.org/drawingml/2006/main">
              <a:ext uri="{FF2B5EF4-FFF2-40B4-BE49-F238E27FC236}">
                <a16:creationId xmlns:a16="http://schemas.microsoft.com/office/drawing/2014/main" id="{F73AF060-AA5D-4F4D-93E8-73CA8AA2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建立父子进程关系，合并同一构建任务的子进程</a:t>
            </a:r>
          </a:p>
        </p:txBody>
      </p:sp>
      <p:sp>
        <p:nvSpPr>
          <p:cNvPr id="12" name="4">
            <a:extLst xmlns:a="http://schemas.openxmlformats.org/drawingml/2006/main">
              <a:ext uri="{FF2B5EF4-FFF2-40B4-BE49-F238E27FC236}">
                <a16:creationId xmlns:a16="http://schemas.microsoft.com/office/drawing/2014/main" id="{502ABB57-2477-4F7C-B9DF-19F011CB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148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从成功读写得到实际依赖图">
            <a:extLst xmlns:a="http://schemas.openxmlformats.org/drawingml/2006/main">
              <a:ext uri="{FF2B5EF4-FFF2-40B4-BE49-F238E27FC236}">
                <a16:creationId xmlns:a16="http://schemas.microsoft.com/office/drawing/2014/main" id="{302B0593-2251-450E-97FB-41A904FC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529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从成功读写得到实际依赖图</a:t>
            </a:r>
          </a:p>
        </p:txBody>
      </p:sp>
      <p:sp>
        <p:nvSpPr>
          <p:cNvPr id="14" name="5">
            <a:extLst xmlns:a="http://schemas.openxmlformats.org/drawingml/2006/main">
              <a:ext uri="{FF2B5EF4-FFF2-40B4-BE49-F238E27FC236}">
                <a16:creationId xmlns:a16="http://schemas.microsoft.com/office/drawing/2014/main" id="{97136D77-6F23-41A7-9003-77C621D0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从 Make 数据库得到声明依赖图">
            <a:extLst xmlns:a="http://schemas.openxmlformats.org/drawingml/2006/main">
              <a:ext uri="{FF2B5EF4-FFF2-40B4-BE49-F238E27FC236}">
                <a16:creationId xmlns:a16="http://schemas.microsoft.com/office/drawing/2014/main" id="{66B3B6AD-2022-4BFF-9406-B6128B0B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958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从 Make 数据库得到声明依赖图</a:t>
            </a:r>
          </a:p>
        </p:txBody>
      </p:sp>
      <p:sp>
        <p:nvSpPr>
          <p:cNvPr id="16" name="6">
            <a:extLst xmlns:a="http://schemas.openxmlformats.org/drawingml/2006/main">
              <a:ext uri="{FF2B5EF4-FFF2-40B4-BE49-F238E27FC236}">
                <a16:creationId xmlns:a16="http://schemas.microsoft.com/office/drawing/2014/main" id="{0E4CE1D2-A7F8-4852-A01F-4A957034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00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7" name="逐目标求集合差，写入 MD/RD 与原始证据">
            <a:extLst xmlns:a="http://schemas.openxmlformats.org/drawingml/2006/main">
              <a:ext uri="{FF2B5EF4-FFF2-40B4-BE49-F238E27FC236}">
                <a16:creationId xmlns:a16="http://schemas.microsoft.com/office/drawing/2014/main" id="{05DFB81B-B1DD-453C-884B-6BC82458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387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逐目标求集合差，写入 MD/RD 与原始证据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A：进程与文件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一个 make 直接派生的构建任务包含 cc 及其 cc1、as 子进程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6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3C081556-7A66-4401-A6DB-F5CF639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52387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make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cc  -c main.c -o main.o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cc1  读取 main.c、config.h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as   写出 main.o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cc  main.o -o app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collect2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ld  读取 main.o，写出 app</a:t>
            </a:r>
          </a:p>
        </p:txBody>
      </p:sp>
      <p:sp>
        <p:nvSpPr>
          <p:cNvPr id="7" name="目标与依赖">
            <a:extLst xmlns:a="http://schemas.openxmlformats.org/drawingml/2006/main">
              <a:ext uri="{FF2B5EF4-FFF2-40B4-BE49-F238E27FC236}">
                <a16:creationId xmlns:a16="http://schemas.microsoft.com/office/drawing/2014/main" id="{0AA866BE-B069-42E2-917D-012BF88C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目标与依赖</a:t>
            </a:r>
          </a:p>
        </p:txBody>
      </p:sp>
      <p:sp>
        <p:nvSpPr>
          <p:cNvPr id="8" name="成功的只读打开：记录输入&#10;写打开或最终 rename：记录输出&#10;最终输">
            <a:extLst xmlns:a="http://schemas.openxmlformats.org/drawingml/2006/main">
              <a:ext uri="{FF2B5EF4-FFF2-40B4-BE49-F238E27FC236}">
                <a16:creationId xmlns:a16="http://schemas.microsoft.com/office/drawing/2014/main" id="{2488882A-C570-4EA9-8266-23D5C4FD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09950"/>
            <a:ext cx="4762500" cy="19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成功的只读打开：记录输入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写打开或最终 rename：记录输出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最终输出作为目标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同任务读取的项目文件作为依赖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过滤系统文件与临时文件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A：实际图与声明图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目标相同，分别列出实际读取和 Makefile 声明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A2FC-806E-48C0-A2E0-98E524B0B656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67000"/>
                <a:gridCol w="2667000"/>
                <a:gridCol w="4114800"/>
              </a:tblGrid>
              <a:tr h="86360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实际依赖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声明依赖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集合差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8636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</a:t>
                      </a:r>
                    </a:p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config.h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main.c</a:t>
                      </a:r>
                    </a:p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unused.h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MISSING：config.h</a:t>
                      </a:r>
                    </a:p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REDUNDANT：unused.h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main.o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实际 − 声明 = MD　　　　声明 − 实际 = RD">
            <a:extLst xmlns:a="http://schemas.openxmlformats.org/drawingml/2006/main">
              <a:ext uri="{FF2B5EF4-FFF2-40B4-BE49-F238E27FC236}">
                <a16:creationId xmlns:a16="http://schemas.microsoft.com/office/drawing/2014/main" id="{A4F87F96-8D33-4856-B004-A2E689B0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 − 声明 = MD　　　　声明 − 实际 = RD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A：检测报告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findings.json 中的结论直接指向原始文件与行号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8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E7120CF2-1C33-4D86-9BDB-0E74C78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57475"/>
            <a:ext cx="6858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"status": "SUCCEEDED",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"trace_id": "e6-4059aa0acb084d7399940e3238fbf698",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"findings": [{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"type": "MISSING",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"target": "main.o",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"dependency": "config.h",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"evidence": [{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"source": "system_call", "trace_file": "t.15",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"line": 579, "pid": 15, "operation": "openat"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}]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}]</a:t>
            </a:r>
          </a:p>
          <a:p xmlns:a="http://schemas.openxmlformats.org/drawingml/2006/main">
            <a:pPr algn="l">
              <a:defRPr sz="14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字段含义">
            <a:extLst xmlns:a="http://schemas.openxmlformats.org/drawingml/2006/main">
              <a:ext uri="{FF2B5EF4-FFF2-40B4-BE49-F238E27FC236}">
                <a16:creationId xmlns:a16="http://schemas.microsoft.com/office/drawing/2014/main" id="{303F1C17-796D-4F81-9ECC-24987C4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62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字段含义</a:t>
            </a:r>
          </a:p>
        </p:txBody>
      </p:sp>
      <p:sp>
        <p:nvSpPr>
          <p:cNvPr id="8" name="type：错误类别&#10;target：构建目标&#10;dependency：依赖">
            <a:extLst xmlns:a="http://schemas.openxmlformats.org/drawingml/2006/main">
              <a:ext uri="{FF2B5EF4-FFF2-40B4-BE49-F238E27FC236}">
                <a16:creationId xmlns:a16="http://schemas.microsoft.com/office/drawing/2014/main" id="{46DD6F57-A6DE-496A-9244-D6ABFADB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3333750" cy="1900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type：错误类别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target：构建目标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dependency：依赖文件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evidence：文件、行号、PID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trace_id：本次检测标识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A：运行命令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执行目录：A 仓库根目录。以下代码框整块复制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9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1CA05DC5-74FB-4E1E-BE53-A0ACD0A0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66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e6 --out work/e6-before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"BEFORE_EXIT_CODE=$?"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cat work/e6-before/evidence/findings.json</a:t>
            </a:r>
          </a:p>
        </p:txBody>
      </p:sp>
      <p:sp>
        <p:nvSpPr>
          <p:cNvPr id="7" name="预期结果">
            <a:extLst xmlns:a="http://schemas.openxmlformats.org/drawingml/2006/main">
              <a:ext uri="{FF2B5EF4-FFF2-40B4-BE49-F238E27FC236}">
                <a16:creationId xmlns:a16="http://schemas.microsoft.com/office/drawing/2014/main" id="{F89D75C8-E420-4591-B056-F7D16B4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预期结果</a:t>
            </a:r>
          </a:p>
        </p:txBody>
      </p:sp>
      <p:sp>
        <p:nvSpPr>
          <p:cNvPr id="8" name="status = SUCCEEDED，build_exit_code ">
            <a:extLst xmlns:a="http://schemas.openxmlformats.org/drawingml/2006/main">
              <a:ext uri="{FF2B5EF4-FFF2-40B4-BE49-F238E27FC236}">
                <a16:creationId xmlns:a16="http://schemas.microsoft.com/office/drawing/2014/main" id="{CDED51DA-EF6F-42F2-B9E5-4E6848CE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57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status = SUCCEEDED，build_exit_code = 0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MISSING(main.o, config.h) 与 REDUNDANT(main.o, unused.h)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入口启用 --fail-on-findings，因此 BEFORE_EXIT_CODE=1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A：修复与复检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--fixed 只修改 work/ 独立副本，保留原始 fixtures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10</a:t>
            </a:r>
          </a:p>
        </p:txBody>
      </p:sp>
      <p:sp>
        <p:nvSpPr>
          <p:cNvPr id="6" name="原行：main.o: main.c unused.h&#10;修复：main.">
            <a:extLst xmlns:a="http://schemas.openxmlformats.org/drawingml/2006/main">
              <a:ext uri="{FF2B5EF4-FFF2-40B4-BE49-F238E27FC236}">
                <a16:creationId xmlns:a16="http://schemas.microsoft.com/office/drawing/2014/main" id="{3E6EFCC8-4D8E-4880-852A-CFAFBA26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原行：main.o: main.c unused.h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修复：main.o: main.c config.h</a:t>
            </a:r>
          </a:p>
        </p:txBody>
      </p:sp>
      <p:sp>
        <p:nvSpPr>
          <p:cNvPr id="7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C05A1B93-75D7-47F1-8C7B-6B9D7CB6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66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e6 --fixed --out work/e6-after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"AFTER_EXIT_CODE=$?"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scripts/verify_e6_evidence.py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--before work/e6-before/evidence/findings.json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--after work/e6-after/evidence/findings.json</a:t>
            </a:r>
          </a:p>
        </p:txBody>
      </p:sp>
      <p:sp>
        <p:nvSpPr>
          <p:cNvPr id="8" name="预期：findings=[]，AFTER_EXIT_CODE=0，校验">
            <a:extLst xmlns:a="http://schemas.openxmlformats.org/drawingml/2006/main">
              <a:ext uri="{FF2B5EF4-FFF2-40B4-BE49-F238E27FC236}">
                <a16:creationId xmlns:a16="http://schemas.microsoft.com/office/drawing/2014/main" id="{407F7BBE-51D2-4CD9-8CE2-F4CD7D45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预期：findings=[]，AFTER_EXIT_CODE=0，校验脚本通过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输入哈希对照：只有 Makefile 变化，其余输入相同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B：自动构建流程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模型候选取得后，程序自动执行两轮构建并验证程序输出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11</a:t>
            </a:r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4F4549E6-6E5C-488C-94D8-BACBFD21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860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校验候选：固定 FROM，保留项目、构建与运行指令">
            <a:extLst xmlns:a="http://schemas.openxmlformats.org/drawingml/2006/main">
              <a:ext uri="{FF2B5EF4-FFF2-40B4-BE49-F238E27FC236}">
                <a16:creationId xmlns:a16="http://schemas.microsoft.com/office/drawing/2014/main" id="{66BC7D53-A92B-401A-BF38-23506620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241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校验候选：固定 FROM，保留项目、构建与运行指令</a:t>
            </a:r>
          </a:p>
        </p:txBody>
      </p:sp>
      <p:sp>
        <p:nvSpPr>
          <p:cNvPr id="8" name="2">
            <a:extLst xmlns:a="http://schemas.openxmlformats.org/drawingml/2006/main">
              <a:ext uri="{FF2B5EF4-FFF2-40B4-BE49-F238E27FC236}">
                <a16:creationId xmlns:a16="http://schemas.microsoft.com/office/drawing/2014/main" id="{C97B80D3-B532-41EB-A8D3-A790A51A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初始构建：确认在 RUN make 处出现 MISSING_MAKE">
            <a:extLst xmlns:a="http://schemas.openxmlformats.org/drawingml/2006/main">
              <a:ext uri="{FF2B5EF4-FFF2-40B4-BE49-F238E27FC236}">
                <a16:creationId xmlns:a16="http://schemas.microsoft.com/office/drawing/2014/main" id="{C0785FD7-4ABA-46F5-B93B-F8A0EA2F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67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初始构建：确认在 RUN make 处出现 MISSING_MAKE</a:t>
            </a:r>
          </a:p>
        </p:txBody>
      </p:sp>
      <p:sp>
        <p:nvSpPr>
          <p:cNvPr id="10" name="3">
            <a:extLst xmlns:a="http://schemas.openxmlformats.org/drawingml/2006/main">
              <a:ext uri="{FF2B5EF4-FFF2-40B4-BE49-F238E27FC236}">
                <a16:creationId xmlns:a16="http://schemas.microsoft.com/office/drawing/2014/main" id="{7DB22AB1-2040-4B05-AB73-C1B5C55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候选构建：应用保存的 Dockerfile，记录实际退出码">
            <a:extLst xmlns:a="http://schemas.openxmlformats.org/drawingml/2006/main">
              <a:ext uri="{FF2B5EF4-FFF2-40B4-BE49-F238E27FC236}">
                <a16:creationId xmlns:a16="http://schemas.microsoft.com/office/drawing/2014/main" id="{0B301CC1-E64C-478A-8E40-C4C8D803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候选构建：应用保存的 Dockerfile，记录实际退出码</a:t>
            </a:r>
          </a:p>
        </p:txBody>
      </p:sp>
      <p:sp>
        <p:nvSpPr>
          <p:cNvPr id="12" name="4">
            <a:extLst xmlns:a="http://schemas.openxmlformats.org/drawingml/2006/main">
              <a:ext uri="{FF2B5EF4-FFF2-40B4-BE49-F238E27FC236}">
                <a16:creationId xmlns:a16="http://schemas.microsoft.com/office/drawing/2014/main" id="{0DD4F353-6472-4B40-B653-0C6C744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148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镜像检查：保存第二轮构建产生的 image_id">
            <a:extLst xmlns:a="http://schemas.openxmlformats.org/drawingml/2006/main">
              <a:ext uri="{FF2B5EF4-FFF2-40B4-BE49-F238E27FC236}">
                <a16:creationId xmlns:a16="http://schemas.microsoft.com/office/drawing/2014/main" id="{C9A033CD-92B6-4417-9CFB-C3DA3D77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529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镜像检查：保存第二轮构建产生的 image_id</a:t>
            </a:r>
          </a:p>
        </p:txBody>
      </p:sp>
      <p:sp>
        <p:nvSpPr>
          <p:cNvPr id="14" name="5">
            <a:extLst xmlns:a="http://schemas.openxmlformats.org/drawingml/2006/main">
              <a:ext uri="{FF2B5EF4-FFF2-40B4-BE49-F238E27FC236}">
                <a16:creationId xmlns:a16="http://schemas.microsoft.com/office/drawing/2014/main" id="{B9370EE8-FFD2-4286-A616-E6C3090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程序验证：按 image_id 禁网运行，检查退出码和 stdout">
            <a:extLst xmlns:a="http://schemas.openxmlformats.org/drawingml/2006/main">
              <a:ext uri="{FF2B5EF4-FFF2-40B4-BE49-F238E27FC236}">
                <a16:creationId xmlns:a16="http://schemas.microsoft.com/office/drawing/2014/main" id="{43247664-B03E-4F7D-AB72-8597551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958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程序验证：按 image_id 禁网运行，检查退出码和 stdout</a:t>
            </a:r>
          </a:p>
        </p:txBody>
      </p:sp>
      <p:sp>
        <p:nvSpPr>
          <p:cNvPr id="16" name="6">
            <a:extLst xmlns:a="http://schemas.openxmlformats.org/drawingml/2006/main">
              <a:ext uri="{FF2B5EF4-FFF2-40B4-BE49-F238E27FC236}">
                <a16:creationId xmlns:a16="http://schemas.microsoft.com/office/drawing/2014/main" id="{DF55DF5D-D0BC-47E6-A7D4-C0131048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006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7" name="写出 result.json、两轮日志及程序验证记录">
            <a:extLst xmlns:a="http://schemas.openxmlformats.org/drawingml/2006/main">
              <a:ext uri="{FF2B5EF4-FFF2-40B4-BE49-F238E27FC236}">
                <a16:creationId xmlns:a16="http://schemas.microsoft.com/office/drawing/2014/main" id="{AF3E7141-6332-4E08-9B23-5A4B98B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387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写出 result.json、两轮日志及程序验证记录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B：候选检查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prepare_candidate() 先检查 Dockerfile 的逻辑指令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12</a:t>
            </a:r>
          </a:p>
        </p:txBody>
      </p:sp>
      <p:sp>
        <p:nvSpPr>
          <p:cNvPr id="6" name="FROM python:3.13-slim@sha256:70729b">
            <a:extLst xmlns:a="http://schemas.openxmlformats.org/drawingml/2006/main">
              <a:ext uri="{FF2B5EF4-FFF2-40B4-BE49-F238E27FC236}">
                <a16:creationId xmlns:a16="http://schemas.microsoft.com/office/drawing/2014/main" id="{D2A14940-18B6-484E-B396-2627431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FROM python:3.13-slim@sha256:70729b46c69b4f1e97c4822c1af3df53a1476cf5ddc6c087c0c10bc3a5678c2f</a:t>
            </a:r>
          </a:p>
        </p:txBody>
      </p:sp>
      <p:sp>
        <p:nvSpPr>
          <p:cNvPr id="7" name="保留的内容">
            <a:extLst xmlns:a="http://schemas.openxmlformats.org/drawingml/2006/main">
              <a:ext uri="{FF2B5EF4-FFF2-40B4-BE49-F238E27FC236}">
                <a16:creationId xmlns:a16="http://schemas.microsoft.com/office/drawing/2014/main" id="{8DE1D04D-9758-4C17-BA11-016E461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保留的内容</a:t>
            </a:r>
          </a:p>
        </p:txBody>
      </p:sp>
      <p:sp>
        <p:nvSpPr>
          <p:cNvPr id="8" name="WORKDIR /work&#10;COPY main.c Makefile ">
            <a:extLst xmlns:a="http://schemas.openxmlformats.org/drawingml/2006/main">
              <a:ext uri="{FF2B5EF4-FFF2-40B4-BE49-F238E27FC236}">
                <a16:creationId xmlns:a16="http://schemas.microsoft.com/office/drawing/2014/main" id="{F6665E04-3541-4462-B71D-B7DD5864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334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WORKDIR /work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COPY main.c Makefile ./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RUN make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CMD ["./hello"]</a:t>
            </a:r>
          </a:p>
        </p:txBody>
      </p:sp>
      <p:sp>
        <p:nvSpPr>
          <p:cNvPr id="9" name="新增依赖安装">
            <a:extLst xmlns:a="http://schemas.openxmlformats.org/drawingml/2006/main">
              <a:ext uri="{FF2B5EF4-FFF2-40B4-BE49-F238E27FC236}">
                <a16:creationId xmlns:a16="http://schemas.microsoft.com/office/drawing/2014/main" id="{90CB6640-3DC3-469D-BD70-D459BB2F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86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新增依赖安装</a:t>
            </a:r>
          </a:p>
        </p:txBody>
      </p:sp>
      <p:sp>
        <p:nvSpPr>
          <p:cNvPr id="10" name="允许新增 RUN 安装构建依赖&#10;包内候选安装 build-essent">
            <a:extLst xmlns:a="http://schemas.openxmlformats.org/drawingml/2006/main">
              <a:ext uri="{FF2B5EF4-FFF2-40B4-BE49-F238E27FC236}">
                <a16:creationId xmlns:a16="http://schemas.microsoft.com/office/drawing/2014/main" id="{088AA0F1-1C61-4B5C-9D82-F777A77F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38575"/>
            <a:ext cx="4953000" cy="1185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允许新增 RUN 安装构建依赖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包内候选安装 build-essential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保留指令顺序与运行命令</a:t>
            </a:r>
          </a:p>
        </p:txBody>
      </p:sp>
      <p:sp>
        <p:nvSpPr>
          <p:cNvPr id="11" name="--candidate work/candidate/Dockerfi">
            <a:extLst xmlns:a="http://schemas.openxmlformats.org/drawingml/2006/main">
              <a:ext uri="{FF2B5EF4-FFF2-40B4-BE49-F238E27FC236}">
                <a16:creationId xmlns:a16="http://schemas.microsoft.com/office/drawing/2014/main" id="{FCC915E1-369A-40AC-8BF7-7190BFB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--candidate work/candidate/Dockerfile：自己的模型候选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--replay：fixtures/ci-candidates/DeepSeek-E5.Dockerfile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B：两轮记录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每一轮分别保存 Dockerfile、build-stdout.log 与 build-stderr.log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F1D14-5BE7-4303-8138-AEB117F92662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3714750"/>
                <a:gridCol w="2143125"/>
                <a:gridCol w="3543300"/>
              </a:tblGrid>
              <a:tr h="8255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build_exit_code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8255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iter-01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FROM 的初始 Dockerfile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failure_class = MISSING_MAKE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iter-02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保存的模型候选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image_id，进入程序验证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第一轮到达缺 make 的目标错误后，才继续第二轮&#10;第二轮构建失败时，">
            <a:extLst xmlns:a="http://schemas.openxmlformats.org/drawingml/2006/main">
              <a:ext uri="{FF2B5EF4-FFF2-40B4-BE49-F238E27FC236}">
                <a16:creationId xmlns:a16="http://schemas.microsoft.com/office/drawing/2014/main" id="{3684B7B6-A2F3-4342-A48C-FC6984EA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第一轮到达缺 make 的目标错误后，才继续第二轮</a:t>
            </a:r>
          </a:p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第二轮构建失败时，保存错误并停止程序验证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B：镜像运行验证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第二轮生成的 image_id 同时用于记录与运行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14</a:t>
            </a:r>
          </a:p>
        </p:txBody>
      </p:sp>
      <p:sp>
        <p:nvSpPr>
          <p:cNvPr id="6" name="sha256:6bfd12222f6f46c55700eacba818">
            <a:extLst xmlns:a="http://schemas.openxmlformats.org/drawingml/2006/main">
              <a:ext uri="{FF2B5EF4-FFF2-40B4-BE49-F238E27FC236}">
                <a16:creationId xmlns:a16="http://schemas.microsoft.com/office/drawing/2014/main" id="{60C3D849-DD56-47EB-8684-1EFFAFC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sha256:6bfd12222f6f46c55700eacba8182695e017bc900a13b9f8124ba9e53f0d530c</a:t>
            </a:r>
          </a:p>
        </p:txBody>
      </p:sp>
      <p:sp>
        <p:nvSpPr>
          <p:cNvPr id="7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A93E4CF2-2D83-4C7D-AD89-6E17034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6675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"exit_code": 0,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"expected_output": "hello E3",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"actual_output": "hello E3\n",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"output_matches": true</a:t>
            </a:r>
          </a:p>
          <a:p xmlns:a="http://schemas.openxmlformats.org/drawingml/2006/main">
            <a:pPr algn="l">
              <a:defRPr sz="1725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运行条件">
            <a:extLst xmlns:a="http://schemas.openxmlformats.org/drawingml/2006/main">
              <a:ext uri="{FF2B5EF4-FFF2-40B4-BE49-F238E27FC236}">
                <a16:creationId xmlns:a16="http://schemas.microsoft.com/office/drawing/2014/main" id="{BE4BC992-3B91-4D99-868A-A1FC7576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运行条件</a:t>
            </a:r>
          </a:p>
        </p:txBody>
      </p:sp>
      <p:sp>
        <p:nvSpPr>
          <p:cNvPr id="9" name="按完整 image_id 启动&#10;--network none&#10;限制 C">
            <a:extLst xmlns:a="http://schemas.openxmlformats.org/drawingml/2006/main">
              <a:ext uri="{FF2B5EF4-FFF2-40B4-BE49-F238E27FC236}">
                <a16:creationId xmlns:a16="http://schemas.microsoft.com/office/drawing/2014/main" id="{9D3F67AA-E329-4449-AAEC-7B4B82FF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24300"/>
            <a:ext cx="3619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按完整 image_id 启动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--network none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限制 CPU、内存与进程数</a:t>
            </a:r>
          </a:p>
          <a:p xmlns:a="http://schemas.openxmlformats.org/drawingml/2006/main"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退出码 0 且输出匹配才通过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B：运行命令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执行目录：B 仓库根目录。先使用 E5 保存的候选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15</a:t>
            </a:r>
          </a:p>
        </p:txBody>
      </p:sp>
      <p:sp>
        <p:nvSpPr>
          <p:cNvPr id="6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434A9752-BB22-4A09-9821-8E6C078F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668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e6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--candidate work/candidate/Dockerfile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--out work/e6-own --build-timeout 600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echo "AUTO_BUILD_EXIT_CODE=$?"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scripts/verify_e6_b_evidence.py --run-dir work/e6-own/evidence</a:t>
            </a:r>
          </a:p>
        </p:txBody>
      </p:sp>
      <p:sp>
        <p:nvSpPr>
          <p:cNvPr id="7" name="也可单独选择包内候选回放">
            <a:extLst xmlns:a="http://schemas.openxmlformats.org/drawingml/2006/main">
              <a:ext uri="{FF2B5EF4-FFF2-40B4-BE49-F238E27FC236}">
                <a16:creationId xmlns:a16="http://schemas.microsoft.com/office/drawing/2014/main" id="{ED1AD007-2F9B-4AE5-9D0F-86D58B7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也可单独选择包内候选回放</a:t>
            </a:r>
          </a:p>
        </p:txBody>
      </p:sp>
      <p:sp>
        <p:nvSpPr>
          <p:cNvPr id="8" name="操作命令">
            <a:extLst xmlns:a="http://schemas.openxmlformats.org/drawingml/2006/main">
              <a:ext uri="{FF2B5EF4-FFF2-40B4-BE49-F238E27FC236}">
                <a16:creationId xmlns:a16="http://schemas.microsoft.com/office/drawing/2014/main" id="{988D23EB-437C-4B27-834A-37917F6C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66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152400" rIns="152400" bIns="15240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python3 scripts/lab_cloud.py e6 --replay \</a:t>
            </a:r>
          </a:p>
          <a:p xmlns:a="http://schemas.openxmlformats.org/drawingml/2006/main">
            <a:pPr algn="l">
              <a:defRPr sz="1650" b="0">
                <a:solidFill>
                  <a:srgbClr val="1C274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--out work/e6-replay --build-timeout 600</a:t>
            </a:r>
          </a:p>
        </p:txBody>
      </p:sp>
      <p:sp>
        <p:nvSpPr>
          <p:cNvPr id="9" name="预期：status=SUCCEEDED，第一轮 MISSING_MAK">
            <a:extLst xmlns:a="http://schemas.openxmlformats.org/drawingml/2006/main">
              <a:ext uri="{FF2B5EF4-FFF2-40B4-BE49-F238E27FC236}">
                <a16:creationId xmlns:a16="http://schemas.microsoft.com/office/drawing/2014/main" id="{47DFA954-9212-4778-B7F5-DF9502FC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预期：status=SUCCEEDED，第一轮 MISSING_MAKE，第二轮 build=0，验证 hello E3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服务测试：A 15 项，B 24 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2BD8-8E1C-4C8B-AED3-FF0A33F09CA5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524375"/>
                <a:gridCol w="4781550"/>
              </a:tblGrid>
              <a:tr h="9366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测试对象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检查重点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9366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A：15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进程归属、路径过滤、依赖图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 数据库解析与 MD/RD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成功读写、单任务单输出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声明与实际的集合差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66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B：24 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候选约束、失败分类、构建流程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程序输出与 E7 判定函数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FROM、保留 CMD</a:t>
                      </a:r>
                    </a:p>
                    <a:p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MISSING_MAKE、输出不符与超时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补充一项测试后重新构建服务镜像，再运行该轨道的门禁">
            <a:extLst xmlns:a="http://schemas.openxmlformats.org/drawingml/2006/main">
              <a:ext uri="{FF2B5EF4-FFF2-40B4-BE49-F238E27FC236}">
                <a16:creationId xmlns:a16="http://schemas.microsoft.com/office/drawing/2014/main" id="{6C959292-F286-4103-B0BC-3F425C43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补充一项测试后重新构建服务镜像，再运行该轨道的门禁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当堂任务与提交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完成 E6 运行，并用报告字段解释每一步的结果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17</a:t>
            </a:r>
          </a:p>
        </p:txBody>
      </p:sp>
      <p:sp>
        <p:nvSpPr>
          <p:cNvPr id="6" name="操作任务">
            <a:extLst xmlns:a="http://schemas.openxmlformats.org/drawingml/2006/main">
              <a:ext uri="{FF2B5EF4-FFF2-40B4-BE49-F238E27FC236}">
                <a16:creationId xmlns:a16="http://schemas.microsoft.com/office/drawing/2014/main" id="{B361C3FF-A960-4F5E-B430-9C38E1B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操作任务</a:t>
            </a:r>
          </a:p>
        </p:txBody>
      </p:sp>
      <p:sp>
        <p:nvSpPr>
          <p:cNvPr id="7" name="运行 A 原始与修复检测，或 B 两轮构建验证&#10;阅读核心源码，定位一段">
            <a:extLst xmlns:a="http://schemas.openxmlformats.org/drawingml/2006/main">
              <a:ext uri="{FF2B5EF4-FFF2-40B4-BE49-F238E27FC236}">
                <a16:creationId xmlns:a16="http://schemas.microsoft.com/office/drawing/2014/main" id="{D61A1D76-AC98-4B7E-B1DD-68F1686C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 A 原始与修复检测，或 B 两轮构建验证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阅读核心源码，定位一段与报告字段对应的实现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补充至少一项测试，重新构建镜像并运行</a:t>
            </a:r>
          </a:p>
        </p:txBody>
      </p:sp>
      <p:sp>
        <p:nvSpPr>
          <p:cNvPr id="8" name="提交内容">
            <a:extLst xmlns:a="http://schemas.openxmlformats.org/drawingml/2006/main">
              <a:ext uri="{FF2B5EF4-FFF2-40B4-BE49-F238E27FC236}">
                <a16:creationId xmlns:a16="http://schemas.microsoft.com/office/drawing/2014/main" id="{2AA1A5BF-400F-4C28-9121-0626029D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提交内容</a:t>
            </a:r>
          </a:p>
        </p:txBody>
      </p:sp>
      <p:sp>
        <p:nvSpPr>
          <p:cNvPr id="9" name="仓库地址与提交 SHA，自己的代码修改&#10;work/ 中的输入副本、JS">
            <a:extLst xmlns:a="http://schemas.openxmlformats.org/drawingml/2006/main">
              <a:ext uri="{FF2B5EF4-FFF2-40B4-BE49-F238E27FC236}">
                <a16:creationId xmlns:a16="http://schemas.microsoft.com/office/drawing/2014/main" id="{3860F491-51EA-422E-83AD-239BDB8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668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仓库地址与提交 SHA，自己的代码修改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 中的输入副本、JSON 报告、原始日志</a:t>
            </a:r>
          </a:p>
          <a:p xmlns:a="http://schemas.openxmlformats.org/drawingml/2006/main"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实验报告及 B 候选原始回复与来源记录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46AEE53-524B-4E0C-8C99-8B384AE2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35024"/>
            <a:ext cx="111282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 验收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431AA6-A264-474B-AB94-C8E0567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837943"/>
            <a:ext cx="1112824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按输入、结论与原始日志逐项核对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55E969-4F2B-4BE2-875B-F5A258B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9424"/>
            <a:ext cx="11128248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B2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1390A1-038C-4EF8-87F6-7D1A0AD1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00800"/>
            <a:ext cx="1371600" cy="160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E6  /  18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763E9-D748-4A6D-8510-932879DA2063}"/>
              </a:ext>
            </a:extLst>
          </p:cNvPr>
          <p:cNvGraphicFramePr/>
          <p:nvPr/>
        </p:nvGraphicFramePr>
        <p:xfrm>
          <a:off xmlns:a="http://schemas.openxmlformats.org/drawingml/2006/main" x="609600" y="28098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9544050"/>
              </a:tblGrid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轨道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T w="9525">
                      <a:solidFill>
                        <a:srgbClr val="CFD6DF"/>
                      </a:solidFill>
                      <a:prstDash val="solid"/>
                    </a:lnT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BD8B2C"/>
                    </a:solidFill>
                  </a:tcPr>
                </a:tc>
              </a:tr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精确输出 main.o 的 MD(config.h) 与 RD(unused.h)</a:t>
                      </a:r>
                    </a:p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 findings=[]，仅 Makefile 输入哈希变化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FD6DF"/>
                      </a:solidFill>
                      <a:prstDash val="solid"/>
                    </a:lnL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第一轮 MISSING_MAKE，第二轮构建成功</a:t>
                      </a:r>
                    </a:p>
                    <a:p>
                      <a:r>
                        <a:rPr sz="19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image_id 运行 exit=0，stdout 为 hello E3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FD6DF"/>
                      </a:solidFill>
                      <a:prstDash val="solid"/>
                    </a:lnR>
                    <a:lnB w="9525">
                      <a:solidFill>
                        <a:srgbClr val="CFD6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进入 E7：重复运行、注入故障、接入 CI，并检查失败是否阻止合并">
            <a:extLst xmlns:a="http://schemas.openxmlformats.org/drawingml/2006/main">
              <a:ext uri="{FF2B5EF4-FFF2-40B4-BE49-F238E27FC236}">
                <a16:creationId xmlns:a16="http://schemas.microsoft.com/office/drawing/2014/main" id="{671E8374-1C6B-4651-8221-E058058F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进入 E7：重复运行、注入故障、接入 CI，并检查失败是否阻止合并</a:t>
            </a:r>
          </a:p>
        </p:txBody>
      </p:sp>
    </p:spTree>
    <p:extLst>
      <p:ext uri="{BB962C8B-B14F-4D97-AF65-F5344CB8AC3E}">
        <p14:creationId xmlns:p14="http://schemas.microsoft.com/office/powerpoint/2010/main" val="144439271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2026-10-15T06:55:53.0100000Z</dcterms:created>
  <dcterms:modified xsi:type="dcterms:W3CDTF">2026-10-15T06:55:53.0100000Z</dcterms:modified>
</coreProperties>
</file>